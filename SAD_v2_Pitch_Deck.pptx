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Analysis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Field Operations Intelligence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Maintenance to Predictive Excellence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8229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18,000+ Sites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Engineers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States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Pain 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Reporting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reports consume 2-3 hours daily per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into 18,000+ sites across 22 states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ghost visits go completely undetected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Travel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optimization — engineers waste 30%+ travel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Approach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discovered days after they occur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3931920" cy="914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predictive capability for failures or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Intelligence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operations in one unified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6304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ETL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data crunching — upload and 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46304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sites, ticket aging, closure rates, engineer scores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10896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Fraud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FV-01 to FV-06 + P1-P7 behavioral patterns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0896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Route Optimization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optimized routes for 230+ engineers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108960"/>
            <a:ext cx="2606040" cy="137160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108960"/>
            <a:ext cx="2606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with penalty/bonus system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90472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90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+ Tailwind CSS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mobile-ready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84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51176"/>
            <a:ext cx="804672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624328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24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551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5511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indexing &amp; partitioning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912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31181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1181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in minutes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804672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758184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5818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685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Load → Detect →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25112"/>
            <a:ext cx="146304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251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State Manager, Ops views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14884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5468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7472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2648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5236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Intelligence Modules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PAN India health snapshot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Leaderboard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(0-100) with 7 weighted KPIs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58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detection patterns + manager review workflow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258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Route Optimizer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+ nearest-neighbour + 2-opt TSP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Intelligence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benchmarking with scoring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Ops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sites, attendance, app usage analytics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325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Aging, breach, chronic pending, SLA tracking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Holiday Engine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325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2nd/4th Saturdays, adjusts plans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Operations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Visited Date-wise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417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Auto-tracked from ticket last-visit timestamps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54864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476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App Usage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9476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distinct count with % utilization trends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54864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780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State-wise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47802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comparison matrix across all states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54864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083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300837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 Late (10:30 AM) vs Not Marked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54864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387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Site Tracker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5387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offline &gt;3 days from latest B2B refresh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took 2-3 hours manually is now </a:t>
            </a:r>
            <a:pPr algn="ctr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6-Layer Fraud Detection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Ticket Flags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45720" cy="4754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Zero-duration visits (&lt;10 min on site)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50008"/>
            <a:ext cx="4572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500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FV-03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3500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travel (&gt;200km/hr)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916936"/>
            <a:ext cx="45720" cy="4754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16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9169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 without visit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83864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83864"/>
            <a:ext cx="4572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8386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FV-06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4838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on absence days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Patterns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783080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783080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7830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P1-P3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1783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closures, repeat offenders, weekend anomalies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350008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350008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3500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23500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spoofing &amp; location manipulation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916936"/>
            <a:ext cx="393192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2916936"/>
            <a:ext cx="4572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91693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P4-P6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29169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Cherry-picking, no-ticket sites, attendance fraud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8,300+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fraud flags detected in first run across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engineers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Route Optimizer — Plan Module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20240" cy="118872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1920240" cy="118872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3,306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1920240" cy="118872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73,650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1920240" cy="118872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417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044952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2926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scoring: ticket age x offline days x SLA breach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456432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3375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+ 2-opt improvement heuristic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3867912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3749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holiday awareness — branch vs ATM routing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97280" y="4279392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at 3:30 AM, ready before shift starts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ROI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manual reporting effort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hrs/day per manager → seconds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engineer travel costs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 optimization across PAN India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recovery from ghost visits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fraud detection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6324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ticket aging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breach rates with early warnings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6324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accountability &amp;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drives improvement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97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26974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200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benchmarking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underperforming regions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Rollout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5836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09728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6459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Dashboard, ETL Pipeline, Fraud Detection, Daily Ops Report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8046720" cy="65836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286000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860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468880"/>
            <a:ext cx="109728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468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Module, Bank Holidays, Visit Forms, Smart Insights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65836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108960"/>
            <a:ext cx="73152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089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3120" y="3291840"/>
            <a:ext cx="1097280" cy="2926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32918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1089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Predictive Models, Mobile App, Automated Push Alerts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8046720" cy="65836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931920"/>
            <a:ext cx="73152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319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03120" y="4114800"/>
            <a:ext cx="109728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9319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Failure, Auto-Dispatch, Customer Portal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572768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463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NOW on internal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121408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011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infrastructure cost — runs on a single 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670048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560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50,000+ sites without architecture changes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218688"/>
            <a:ext cx="13716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Management approval for Phase 3 + Mobile App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field operations from
</a:t>
            </a:r>
            <a:pPr algn="ctr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firefighting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algn="ctr"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Analysis Dashboard v2.0 — Pitch Deck</dc:title>
  <dc:subject>PptxGenJS Presentation</dc:subject>
  <dc:creator>Service Analysis Team</dc:creator>
  <cp:lastModifiedBy>Service Analysis Team</cp:lastModifiedBy>
  <cp:revision>1</cp:revision>
  <dcterms:created xsi:type="dcterms:W3CDTF">2026-04-03T04:50:25Z</dcterms:created>
  <dcterms:modified xsi:type="dcterms:W3CDTF">2026-04-03T04:50:25Z</dcterms:modified>
</cp:coreProperties>
</file>